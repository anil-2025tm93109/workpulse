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75" r:id="rId10"/>
    <p:sldId id="276" r:id="rId11"/>
    <p:sldId id="277" r:id="rId12"/>
    <p:sldId id="278" r:id="rId13"/>
    <p:sldId id="268" r:id="rId14"/>
    <p:sldId id="279" r:id="rId15"/>
    <p:sldId id="263" r:id="rId16"/>
    <p:sldId id="269" r:id="rId17"/>
    <p:sldId id="270" r:id="rId18"/>
    <p:sldId id="271" r:id="rId19"/>
    <p:sldId id="264" r:id="rId20"/>
    <p:sldId id="265" r:id="rId21"/>
    <p:sldId id="266" r:id="rId22"/>
    <p:sldId id="26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03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B759C-315F-6691-F88D-22DB5CFA4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5BD38-39C5-5E86-A0B1-D4AF94629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CBABB-6600-42DE-579B-C0A7F8BB6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1864F-DA80-5A46-E9D1-7741FF42E0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35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3B34B-8C9A-3069-DB9F-9D7FD2A1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A9D6A-940D-3E04-79CC-89DC9A9CC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5D83C-1B5B-BB80-9DD0-4346919B4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36F7C-A80E-9BD6-3EF5-E346B9775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52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690F7-6B8A-7257-69AC-9D5D163A1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1BC60-4E57-B19B-9459-A97A1307B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FA58C-EDED-FDB3-CC21-3CD1C5981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7C815-EF03-9D47-E636-1411DAE3B5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203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931920" y="640080"/>
            <a:ext cx="1280160" cy="1280160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931920" y="640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200" dirty="0">
                <a:solidFill>
                  <a:srgbClr val="FFFFFF"/>
                </a:solidFill>
              </a:rPr>
              <a:t>WorkPulse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3C5FD"/>
                </a:solidFill>
              </a:rPr>
              <a:t>Team Standup &amp; Blocker Management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94A3B8"/>
                </a:solidFill>
              </a:rPr>
              <a:t>FSAD Assignment 2026  |  N K Anil Kumar (2025TM93109) |  github.com/Anil-2025tm93109/</a:t>
            </a:r>
            <a:r>
              <a:rPr lang="en-US" sz="1300" dirty="0" err="1">
                <a:solidFill>
                  <a:srgbClr val="94A3B8"/>
                </a:solidFill>
              </a:rPr>
              <a:t>workpulse</a:t>
            </a:r>
            <a:endParaRPr lang="en-US" sz="1300" dirty="0">
              <a:solidFill>
                <a:srgbClr val="94A3B8"/>
              </a:solidFill>
            </a:endParaRPr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2976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42976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14600" y="4297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Node.js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42976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31920" y="4297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MongoDB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42976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349240" y="4297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JWT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42976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66560" y="4297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502920" cy="5760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11556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Challenge and WorkPulse 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8686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 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490472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8600" y="1490472"/>
            <a:ext cx="502920" cy="5760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8600" y="1490472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5361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React, Node.js, MongoDB, JWT, Tailwind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15361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 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2157984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8600" y="2157984"/>
            <a:ext cx="502920" cy="5760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28600" y="2157984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2037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45059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Frontend → Backend → Database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220370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 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825496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" y="2825496"/>
            <a:ext cx="502920" cy="5760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28600" y="2825496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287121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Database Schema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118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Users, Standups, Blockers collections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28712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 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3493008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28600" y="3493008"/>
            <a:ext cx="502920" cy="5760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28600" y="3493008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5387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REST API Endpoints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7856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12 endpoints with role based access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35387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 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4160520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28600" y="4160520"/>
            <a:ext cx="502920" cy="5760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28600" y="4160520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42062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User Roles &amp; Features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445312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Employee, Manager, Admin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42062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 8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822960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09160" y="822960"/>
            <a:ext cx="502920" cy="57607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09160" y="822960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8686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Backend Startup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3520" y="111556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Node.js + MongoDB Connected proof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01000" y="8686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 9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09160" y="1490472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709160" y="1490472"/>
            <a:ext cx="502920" cy="5760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709160" y="1490472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15361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Register &amp; Login APIs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17830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Postman proof — 201 Created, 200 OK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01000" y="15361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Slides 10-11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09160" y="2157984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709160" y="2157984"/>
            <a:ext cx="502920" cy="5760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709160" y="2157984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03520" y="22037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Standup &amp; Dashboard APIs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03520" y="245059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Postman proof — data in MongoDB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001000" y="220370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Slides 12-13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09160" y="2825496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709160" y="2825496"/>
            <a:ext cx="502920" cy="5760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709160" y="2825496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303520" y="287121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Frontend Setup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303520" y="3118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Vite + Tailwind CSS configured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001000" y="28712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 14-18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09160" y="3493008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09160" y="3493008"/>
            <a:ext cx="502920" cy="5760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709160" y="3493008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303520" y="35387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303520" y="37856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Auth, RBAC, Standup, Dashboard, Search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001000" y="35387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 19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709160" y="4160520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709160" y="4160520"/>
            <a:ext cx="502920" cy="5760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709160" y="4160520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303520" y="42062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GitHub &amp; AI Usage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303520" y="445312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Commits, tools, reflection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001000" y="42062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D9488"/>
                </a:solidFill>
              </a:rPr>
              <a:t>Slides 20-21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1D1D"/>
                </a:solidFill>
              </a:rPr>
              <a:t>In distributed and hybrid teams, daily standups are often forgotten, inconsistently logged, or lost in chat threads. Managers have no real-time visibility into team progress or recurring blockers until it is too late.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8412480" cy="13716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The Solution — WorkPulse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532D"/>
                </a:solidFill>
              </a:rPr>
              <a:t>A centralized platform where employees log daily standups and managers track team progress and blockers in real time. Role-based dashboards provide instant visibility into who submitted, who hasn't, and what's blocking the team.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977640"/>
            <a:ext cx="2011680" cy="86868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</a:rPr>
              <a:t>User Roles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3977640"/>
            <a:ext cx="2011680" cy="86868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2011680" cy="86868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</a:rPr>
              <a:t>UI Pages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20240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50876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React 18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10312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Vite (Build Tool)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69748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84048" y="26974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29184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048" y="329184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React Router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88620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388620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Axios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50592" y="914400"/>
            <a:ext cx="1920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450592" y="914400"/>
            <a:ext cx="192024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50592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0" y="150876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60320" y="150876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Node.js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10312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560320" y="210312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Express.js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269748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60320" y="26974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JWT Auth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329184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0320" y="329184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bcryptjs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388620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60320" y="388620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dotenv + cors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26864" y="914400"/>
            <a:ext cx="1920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626864" y="914400"/>
            <a:ext cx="192024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626864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36592" y="150876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36592" y="150876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MongoDB Atlas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36592" y="210312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36592" y="210312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Mongoose ODM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36592" y="269748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36592" y="26974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3 Collections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36592" y="329184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36592" y="329184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Cloud Hosted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36592" y="388620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36592" y="388620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Free Tier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03136" y="914400"/>
            <a:ext cx="1920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803136" y="914400"/>
            <a:ext cx="192024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803136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Dev Tools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12864" y="150876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912864" y="150876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Git + GitHub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12864" y="210312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912864" y="210312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Postman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12864" y="269748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912864" y="26974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VS Code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12864" y="329184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912864" y="329184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nodemon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12864" y="3886200"/>
            <a:ext cx="170078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912864" y="388620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Claude AI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286000" cy="329184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2860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• Login Page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892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• Dashboard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2768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• Standup 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6609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• Blocker Board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044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• Team Standups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429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• My History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8130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• My Blockers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0" y="2651760"/>
            <a:ext cx="8229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60320" y="2331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Axios / HTTP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1005840"/>
            <a:ext cx="2377440" cy="3291840"/>
          </a:xfrm>
          <a:prstGeom prst="rect">
            <a:avLst/>
          </a:prstGeom>
          <a:solidFill>
            <a:srgbClr val="F0FDFA"/>
          </a:solidFill>
          <a:ln w="19050">
            <a:solidFill>
              <a:srgbClr val="5EEA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383280" y="1005840"/>
            <a:ext cx="237744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83280" y="1005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15087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</a:rPr>
              <a:t>• Express.js Server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20440" y="18928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</a:rPr>
              <a:t>• Auth Middleware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20440" y="22768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</a:rPr>
              <a:t>• JWT Verification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20440" y="26609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</a:rPr>
              <a:t>• Role Based Access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0440" y="30449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</a:rPr>
              <a:t>• 12 REST APIs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34290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</a:rPr>
              <a:t>• CRUD Operations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20440" y="38130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</a:rPr>
              <a:t>• Error Handling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2651760"/>
            <a:ext cx="8229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760720" y="2331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Mongoose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583680" y="1005840"/>
            <a:ext cx="2286000" cy="3291840"/>
          </a:xfrm>
          <a:prstGeom prst="rect">
            <a:avLst/>
          </a:prstGeom>
          <a:solidFill>
            <a:srgbClr val="FAF5FF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583680" y="1005840"/>
            <a:ext cx="228600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8368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0764"/>
                </a:solidFill>
              </a:rPr>
              <a:t>• MongoDB Atlas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20840" y="1965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0764"/>
                </a:solidFill>
              </a:rPr>
              <a:t>• Users Collection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0764"/>
                </a:solidFill>
              </a:rPr>
              <a:t>• Standups Collection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2880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0764"/>
                </a:solidFill>
              </a:rPr>
              <a:t>• Blockers Collection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3337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0764"/>
                </a:solidFill>
              </a:rPr>
              <a:t>• Cloud Hosted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20840" y="3794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0764"/>
                </a:solidFill>
              </a:rPr>
              <a:t>• Free M0 Cluster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</a:rPr>
              <a:t>Database Schema — MongoDB Collections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43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8328" y="13258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_id: ObjectId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7830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8328" y="17830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name: String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" y="22402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email: String (unique)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6974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8328" y="26974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password: String (hashed)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1546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8328" y="31546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role: employee|manager|admin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6118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8328" y="36118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team: String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40690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8328" y="40690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createdAt: Date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46120" y="914400"/>
            <a:ext cx="274320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461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Standups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13258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55848" y="13258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_id: ObjectId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17830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55848" y="17830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userId: ObjectId → Users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2402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55848" y="22402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yesterday: String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26974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55848" y="26974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today: String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1546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355848" y="31546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blockers: String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36118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355848" y="36118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hasBlocker: Boolean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46120" y="40690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55848" y="40690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date: String (YYYY-MM-DD)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263640" y="914400"/>
            <a:ext cx="274320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6364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Blockers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63640" y="13258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373368" y="13258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_id: ObjectId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17830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373368" y="17830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userId: ObjectId → Users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22402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373368" y="22402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standupId: ObjectId → Standups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63640" y="26974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373368" y="26974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description: String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63640" y="31546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73368" y="31546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status: open|resolved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63640" y="36118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373368" y="36118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resolvedBy: ObjectId → Users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63640" y="4069080"/>
            <a:ext cx="27432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373368" y="40690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resolvedAt: Date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REST API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91440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3000" y="777240"/>
            <a:ext cx="274320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43000" y="777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Endpoint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86200" y="777240"/>
            <a:ext cx="137160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86200" y="777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777240"/>
            <a:ext cx="365760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257800" y="777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1247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4320" y="11247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43000" y="112471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88720" y="112471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86200" y="1124712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931920" y="112471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57800" y="1124712"/>
            <a:ext cx="3657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303520" y="11247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user with role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1435608"/>
            <a:ext cx="9144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143560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1435608"/>
            <a:ext cx="27432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188720" y="143560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86200" y="1435608"/>
            <a:ext cx="1371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931920" y="14356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57800" y="1435608"/>
            <a:ext cx="3657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303520" y="143560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receive JWT token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17465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4320" y="174650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143000" y="1746504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188720" y="174650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86200" y="1746504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931920" y="17465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57800" y="1746504"/>
            <a:ext cx="3657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303520" y="174650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user profile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2057400"/>
            <a:ext cx="9144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4320" y="205740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143000" y="2057400"/>
            <a:ext cx="27432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188720" y="205740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/api/standups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86200" y="2057400"/>
            <a:ext cx="1371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0" y="20574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57800" y="2057400"/>
            <a:ext cx="3657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303520" y="205740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daily standup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23682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74320" y="236829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143000" y="236829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188720" y="236829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/api/standups/me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886200" y="236829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931920" y="23682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257800" y="2368296"/>
            <a:ext cx="3657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303520" y="23682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my standup history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2679192"/>
            <a:ext cx="9144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74320" y="267919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143000" y="2679192"/>
            <a:ext cx="27432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1188720" y="267919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/api/standups/today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886200" y="2679192"/>
            <a:ext cx="1371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931920" y="26791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257800" y="2679192"/>
            <a:ext cx="3657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303520" y="267919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today's team submissions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28600" y="299008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274320" y="29900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143000" y="2990088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1188720" y="299008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/api/standups/team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886200" y="299008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931920" y="29900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257800" y="2990088"/>
            <a:ext cx="3657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5303520" y="29900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standups with search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28600" y="3300984"/>
            <a:ext cx="9144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274320" y="330098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143000" y="3300984"/>
            <a:ext cx="27432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1188720" y="330098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/api/blockers/me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886200" y="3300984"/>
            <a:ext cx="1371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931920" y="33009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257800" y="3300984"/>
            <a:ext cx="3657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5303520" y="33009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personal blockers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28600" y="361188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74320" y="361188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143000" y="3611880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1188720" y="36118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/api/blockers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886200" y="361188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3931920" y="361188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257800" y="3611880"/>
            <a:ext cx="3657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5303520" y="361188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blockers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28600" y="3922776"/>
            <a:ext cx="9144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274320" y="392277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143000" y="3922776"/>
            <a:ext cx="27432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1188720" y="392277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/api/blockers/open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886200" y="3922776"/>
            <a:ext cx="1371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3931920" y="39227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257800" y="3922776"/>
            <a:ext cx="3657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5303520" y="392277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open/unresolved blockers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28600" y="423367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274320" y="423367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143000" y="423367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1188720" y="423367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/api/blockers/:id/resolve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886200" y="4233672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931920" y="423367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5257800" y="4233672"/>
            <a:ext cx="3657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5303520" y="42336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blocker as resolved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228600" y="4544568"/>
            <a:ext cx="9144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74320" y="45445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1143000" y="4544568"/>
            <a:ext cx="27432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1188720" y="454456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/api/dashboard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886200" y="4544568"/>
            <a:ext cx="1371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3931920" y="45445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257800" y="4544568"/>
            <a:ext cx="365760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5303520" y="454456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overview and stats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User Roles &amp;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88920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👤  Employee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" y="1600200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Submit daily standup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" y="2084832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Yesterday / Today / Blockers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" y="2569464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2569464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One submission per 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" y="3054096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054096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View personal history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" y="3538728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Track own blockers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" y="4023360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4023360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See blocker status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91440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46120" y="914400"/>
            <a:ext cx="2788920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46120" y="91440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👔  Manager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55848" y="1600200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29000" y="1600200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View team dashboard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55848" y="2084832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29000" y="2084832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See submitted vs not submitted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55848" y="2569464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29000" y="2569464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View all team standups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55848" y="3054096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29000" y="3054096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Search by name or date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55848" y="3538728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29000" y="353872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View all open blockers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55848" y="4023360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429000" y="4023360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Mark blockers as resolved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91440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263640" y="914400"/>
            <a:ext cx="278892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263640" y="91440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🔑  Admin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73368" y="1600200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46520" y="1600200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All Manager permissions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73368" y="2084832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46520" y="2084832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Full system access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73368" y="2569464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46520" y="2569464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Manage all users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73368" y="3054096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46520" y="3054096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View all data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73368" y="3538728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46520" y="353872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Highest privilege level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73368" y="4023360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46520" y="4023360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System administration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Implementation Proof — Backend Server Startup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56032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This Proves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2560320" cy="420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207008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Command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2070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npm run dev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73352"/>
            <a:ext cx="25603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673352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Tool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6733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nodemon v3.1.14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39696"/>
            <a:ext cx="2560320" cy="420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139696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13969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5000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25603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DB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26060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MongoDB Atlas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72384"/>
            <a:ext cx="2560320" cy="420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3072384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Status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307238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✅ Connected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38728"/>
            <a:ext cx="25603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3538728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Host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35387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ac-z5a34jc-shard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05072"/>
            <a:ext cx="2560320" cy="420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4005072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Env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88720" y="400507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 vars from .env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926080" y="4709160"/>
            <a:ext cx="59436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3017520" y="4709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Terminal — npm run dev → Server on port 5000 → MongoDB Connected ✅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18AB7F9-A055-57E0-ECE6-85BA6AB3A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722051"/>
            <a:ext cx="6126480" cy="3969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</a:rPr>
              <a:t>Implementation Proof — Register API (POST /api/auth/register)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164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Slide 10 of 17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31520"/>
            <a:ext cx="4251960" cy="35204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228600" y="4251960"/>
            <a:ext cx="4251960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28600" y="42519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User — POST /api/auth/register — 201 Created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8600" y="455371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Body: name, email, password, role: admin, team: Engineering  →  Returns: _id, name, email, role, team, JWT token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31520"/>
            <a:ext cx="4251960" cy="35204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663440" y="4251960"/>
            <a:ext cx="4251960" cy="2743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663440" y="42519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Sachin Employee — POST /api/auth/register — 201 Created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63440" y="455371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Body: name, email, password, role: employee, team: Engineering  →  Returns: _id, email, role, JWT token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WorkPulse — FSAD Assignment 2026  |  N K Anil Kumar (2025TM93109)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</a:rPr>
              <a:t>Implementation Proof — Login API (POST /api/auth/login)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28600" y="4251960"/>
            <a:ext cx="4251960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28600" y="42519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Login API — 200 OK — JWT Token returned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8600" y="455371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Body: email + password  →  Returns: user object + JWT token (used as Bearer token in all protected routes)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663440" y="4251960"/>
            <a:ext cx="425196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663440" y="42519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Login — role: admin — 200 OK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63440" y="455371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Role returned in response enables frontend to redirect Admin → Dashboard, Employee → Standup form</a:t>
            </a: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ACDD81-1D99-99A7-4B4D-A784DE87F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6818"/>
            <a:ext cx="4572000" cy="35250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C61EBC4-51E7-FAA5-8D47-5FEE18067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713232"/>
            <a:ext cx="4503420" cy="35250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</a:rPr>
              <a:t>Implementation Proof — Standup APIs (POST &amp; GET /api/standups)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164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Slide 12 of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28600" y="4251960"/>
            <a:ext cx="4251960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28600" y="42519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 /api/standups — 201 Created — Saved to MongoDB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8600" y="455371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Fields: yesterday, today, blockers, hasBlocker: true  →  Auto sets date: 2026-05-05, userId linked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731520"/>
            <a:ext cx="4251960" cy="35204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663440" y="4251960"/>
            <a:ext cx="425196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663440" y="42519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 /api/standups/me — 200 OK — Array returned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63440" y="455371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Bearer token in header → returns only that user's standups with all fields, userId, date, timestamps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WorkPulse — FSAD Assignment 2026  |  N K Anil Kumar (2025TM93109)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5EA420-A3EE-0E1E-161C-797C6E55E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97" y="726947"/>
            <a:ext cx="4311863" cy="35265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</a:rPr>
              <a:t>Implementation Proof — Dashboard API (GET /api/dashboard)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164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Slide 13 of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560320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 Fields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2560320" cy="420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20700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54480" y="120700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</a:rPr>
              <a:t>2026-05-05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673352"/>
            <a:ext cx="25603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6733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totalEmployees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16733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</a:rPr>
              <a:t>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39696"/>
            <a:ext cx="2560320" cy="420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13969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submittedToday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54480" y="213969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25603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notSubmittedToday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54480" y="26060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</a:rPr>
              <a:t>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072384"/>
            <a:ext cx="2560320" cy="420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307238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openBlockers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54480" y="307238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</a:rPr>
              <a:t>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38728"/>
            <a:ext cx="25603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35387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totalStandups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54480" y="35387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</a:rPr>
              <a:t>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005072"/>
            <a:ext cx="2560320" cy="420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400507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todayStandups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554480" y="400507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</a:rPr>
              <a:t>[ array ]</a:t>
            </a:r>
            <a:endParaRPr lang="en-US" sz="95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777240"/>
            <a:ext cx="5852160" cy="39319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31" name="Shape 28"/>
          <p:cNvSpPr/>
          <p:nvPr/>
        </p:nvSpPr>
        <p:spPr>
          <a:xfrm>
            <a:off x="3017520" y="4709160"/>
            <a:ext cx="585216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3017520" y="4709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 /api/dashboard — Manager Bearer Token — 200 OK — 366ms — 834B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</a:rPr>
              <a:t>Implementation Proof — React + Vite + Tailwind CSS Setup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164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Slide 14 of 17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31520"/>
            <a:ext cx="4251960" cy="35204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228600" y="4251960"/>
            <a:ext cx="4251960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28600" y="42519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+ Vite Default Page — localhost:5173 — Project initialized ✅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8600" y="455371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Command: npm create vite@latest frontend --template react → npm install → npm run dev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31520"/>
            <a:ext cx="4251960" cy="35204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663440" y="4251960"/>
            <a:ext cx="425196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663440" y="42519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Tailwind CSS Working — WorkPulse is working! — Blue bold text ✅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63440" y="455371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Config: vite.config.js updated, index.css @import tailwindcss, App.jsx with Tailwind classes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WorkPulse — FSAD Assignment 2026  |  N K Anil Kumar (2025TM93109)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Application Screenshots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</a:rPr>
              <a:t>Live Demo — WorkPulse in 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412480" cy="3817620"/>
          </a:xfrm>
          <a:prstGeom prst="rect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22575" y="640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Login Page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</a:rPr>
              <a:t>[ Add screenshot here 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1325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0431711-E547-16E7-AD83-028B0BABD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32301"/>
            <a:ext cx="8412480" cy="37033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0FA38-C95C-DB5A-DE93-F06FB98D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494BBB-95A5-D433-5D4E-D1EACF8A2400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7F297A-0748-33C4-A407-48A9ED8CFA4E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Application Screenshots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3098B1-5C71-6E07-EB3A-593F20C0A240}"/>
              </a:ext>
            </a:extLst>
          </p:cNvPr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</a:rPr>
              <a:t>Live Demo — WorkPulse in Action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45FD353-9672-B646-9AE3-4C9D6013E297}"/>
              </a:ext>
            </a:extLst>
          </p:cNvPr>
          <p:cNvSpPr/>
          <p:nvPr/>
        </p:nvSpPr>
        <p:spPr>
          <a:xfrm>
            <a:off x="274320" y="1143000"/>
            <a:ext cx="8412480" cy="3817620"/>
          </a:xfrm>
          <a:prstGeom prst="rect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B6497A-373E-C40D-CB7C-3442049FEA72}"/>
              </a:ext>
            </a:extLst>
          </p:cNvPr>
          <p:cNvSpPr/>
          <p:nvPr/>
        </p:nvSpPr>
        <p:spPr>
          <a:xfrm>
            <a:off x="274320" y="1325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8DA3D7E-AC4D-AD21-52AE-5F42755C4C82}"/>
              </a:ext>
            </a:extLst>
          </p:cNvPr>
          <p:cNvSpPr/>
          <p:nvPr/>
        </p:nvSpPr>
        <p:spPr>
          <a:xfrm>
            <a:off x="2122575" y="640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Manager Dashboard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974D7F-C70F-1FFA-3ABA-E0429F9E0DF6}"/>
              </a:ext>
            </a:extLst>
          </p:cNvPr>
          <p:cNvSpPr/>
          <p:nvPr/>
        </p:nvSpPr>
        <p:spPr>
          <a:xfrm>
            <a:off x="365760" y="1188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</a:rPr>
              <a:t>[ Add screenshot here ]</a:t>
            </a: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20876F9-8BF9-086B-C609-4120CFFDFFBB}"/>
              </a:ext>
            </a:extLst>
          </p:cNvPr>
          <p:cNvSpPr/>
          <p:nvPr/>
        </p:nvSpPr>
        <p:spPr>
          <a:xfrm>
            <a:off x="4754880" y="1325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09430BD-48D1-0757-3F17-05B015362FC3}"/>
              </a:ext>
            </a:extLst>
          </p:cNvPr>
          <p:cNvSpPr/>
          <p:nvPr/>
        </p:nvSpPr>
        <p:spPr>
          <a:xfrm>
            <a:off x="475488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B526BFC-12CF-6B76-3DEB-E5BDD5C3B348}"/>
              </a:ext>
            </a:extLst>
          </p:cNvPr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519ADE-5BA5-80C4-1AD1-A258E63D1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6" y="1143000"/>
            <a:ext cx="8376688" cy="381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74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B285F-91A4-2818-89B2-076B34CC4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7FDF13-C54A-F328-E95B-09680D8F38E9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DAC75C-0B57-0CAB-EF01-D0CADC1A5E39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Application Screenshots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D6E443-A665-FC2A-2F62-68B5D00B6AF6}"/>
              </a:ext>
            </a:extLst>
          </p:cNvPr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</a:rPr>
              <a:t>Live Demo — WorkPulse in Action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26BEFFD-9237-2ACE-E173-43680666BB11}"/>
              </a:ext>
            </a:extLst>
          </p:cNvPr>
          <p:cNvSpPr/>
          <p:nvPr/>
        </p:nvSpPr>
        <p:spPr>
          <a:xfrm>
            <a:off x="274320" y="1143000"/>
            <a:ext cx="8412480" cy="3817620"/>
          </a:xfrm>
          <a:prstGeom prst="rect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345E721-A1C3-C38A-47EE-D9B53FF02F6A}"/>
              </a:ext>
            </a:extLst>
          </p:cNvPr>
          <p:cNvSpPr/>
          <p:nvPr/>
        </p:nvSpPr>
        <p:spPr>
          <a:xfrm>
            <a:off x="274320" y="1325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DFE15A-7D8E-0AA0-C087-678E3E0A8E80}"/>
              </a:ext>
            </a:extLst>
          </p:cNvPr>
          <p:cNvSpPr/>
          <p:nvPr/>
        </p:nvSpPr>
        <p:spPr>
          <a:xfrm>
            <a:off x="2122575" y="640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Stand up Form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A355AE-C79A-394F-CFB0-AC12F91935F6}"/>
              </a:ext>
            </a:extLst>
          </p:cNvPr>
          <p:cNvSpPr/>
          <p:nvPr/>
        </p:nvSpPr>
        <p:spPr>
          <a:xfrm>
            <a:off x="365760" y="1188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</a:rPr>
              <a:t>[ Add screenshot here ]</a:t>
            </a: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CB1062-A8C4-6302-71AE-C44A70DB37A3}"/>
              </a:ext>
            </a:extLst>
          </p:cNvPr>
          <p:cNvSpPr/>
          <p:nvPr/>
        </p:nvSpPr>
        <p:spPr>
          <a:xfrm>
            <a:off x="4754880" y="1325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CCF3204-332F-2F75-9157-6C386A390E54}"/>
              </a:ext>
            </a:extLst>
          </p:cNvPr>
          <p:cNvSpPr/>
          <p:nvPr/>
        </p:nvSpPr>
        <p:spPr>
          <a:xfrm>
            <a:off x="475488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09B814D-0BC5-40D3-A570-5BE65BA477BF}"/>
              </a:ext>
            </a:extLst>
          </p:cNvPr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1F26B5-6B00-3DBE-6AD6-0DA04B438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00" y="1143000"/>
            <a:ext cx="8514640" cy="385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62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B29DE-8E24-F83C-0627-24AD764E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DB6B4E-519E-5785-385B-C8B26AB2B94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79F4AE-BA1A-166C-596C-CA4381A06351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Application Screenshots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5039F7-3DD4-A43D-09FE-71B56D276CD9}"/>
              </a:ext>
            </a:extLst>
          </p:cNvPr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</a:rPr>
              <a:t>Live Demo — WorkPulse in Action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6276646-12C1-26AD-2C6A-4217DB6FC754}"/>
              </a:ext>
            </a:extLst>
          </p:cNvPr>
          <p:cNvSpPr/>
          <p:nvPr/>
        </p:nvSpPr>
        <p:spPr>
          <a:xfrm>
            <a:off x="274320" y="1143000"/>
            <a:ext cx="8412480" cy="3817620"/>
          </a:xfrm>
          <a:prstGeom prst="rect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BEB5AE-458E-8B69-6AE7-AFC0A1BBCC95}"/>
              </a:ext>
            </a:extLst>
          </p:cNvPr>
          <p:cNvSpPr/>
          <p:nvPr/>
        </p:nvSpPr>
        <p:spPr>
          <a:xfrm>
            <a:off x="274320" y="1325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DA20F8-E9E9-D984-5056-610862588AC8}"/>
              </a:ext>
            </a:extLst>
          </p:cNvPr>
          <p:cNvSpPr/>
          <p:nvPr/>
        </p:nvSpPr>
        <p:spPr>
          <a:xfrm>
            <a:off x="2122575" y="640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Blocker Board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81F0C7-C277-58A8-6F09-9BD46CEE13EE}"/>
              </a:ext>
            </a:extLst>
          </p:cNvPr>
          <p:cNvSpPr/>
          <p:nvPr/>
        </p:nvSpPr>
        <p:spPr>
          <a:xfrm>
            <a:off x="365760" y="1188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</a:rPr>
              <a:t>[ Add screenshot here ]</a:t>
            </a: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F1AD717-45D0-CA41-660F-8A26A1691E62}"/>
              </a:ext>
            </a:extLst>
          </p:cNvPr>
          <p:cNvSpPr/>
          <p:nvPr/>
        </p:nvSpPr>
        <p:spPr>
          <a:xfrm>
            <a:off x="4754880" y="1325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405853B-2791-72DB-E924-243D91C4D3B5}"/>
              </a:ext>
            </a:extLst>
          </p:cNvPr>
          <p:cNvSpPr/>
          <p:nvPr/>
        </p:nvSpPr>
        <p:spPr>
          <a:xfrm>
            <a:off x="475488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B7F0F15-B379-F99C-ADC3-5DED8E233C4D}"/>
              </a:ext>
            </a:extLst>
          </p:cNvPr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1F6455-AB68-074C-992E-8B9AE4950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8337901" cy="381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56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Key Features Implemented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09728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🔐  JWT 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Secure token-based login with 7-day expiry. Passwords hashed with bcryptjs.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109728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👥  Role Based Access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716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3 roles: Employee, Manager, Admin. Each sees different UI and API endpoints.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109728" cy="1188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📝  Daily Standup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One submission per user per day. Auto date detection prevents duplicates.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109728" cy="1188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8348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🚧  Blocker Tracking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697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Auto-creates blocker record from standup. Manager resolves with timestamp.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109728" cy="1188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📊  Live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023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Real-time stats: submitted today, not submitted, open blockers count.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109728" cy="1188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83480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🔍  Search &amp; Filter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023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Team standups searchable by employee name or date string.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GitHub Repository &amp; Commit History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</a:rPr>
              <a:t>🔗  github.com/Anil-2025tm93109/workpulse  |  Public Repository  |  main branch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490472"/>
            <a:ext cx="59436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49047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a08522f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49047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docs: add complete AI usage log with reflection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84248"/>
            <a:ext cx="859536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59436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0116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0116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c885ce2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01168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docs: add README, Postman collection and AI usage log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05456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2532888"/>
            <a:ext cx="59436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" y="253288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5328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9b7a2df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53288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feat: add all frontend pages - dashboard, standup, history, blockers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26664"/>
            <a:ext cx="859536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054096"/>
            <a:ext cx="59436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305409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30540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b5a03b7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3054096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feat: add React frontend with login page and auth context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547872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0040" y="3575304"/>
            <a:ext cx="59436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357530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57530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2313e30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3575304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feat: add standup, blocker and dashboard APIs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069080"/>
            <a:ext cx="859536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20040" y="4096512"/>
            <a:ext cx="59436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409651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" y="409651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c3ced50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409651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feat: initial backend setup with auth APIs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617720"/>
            <a:ext cx="859536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4320" y="461772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6 commits  •  5 days of development  •  20+ files  •  2,500+ lines of code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AI Tools Usage — Claude (claude.ai)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64008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822960"/>
            <a:ext cx="100584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822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Area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822960"/>
            <a:ext cx="41148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87452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Generated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822960"/>
            <a:ext cx="301752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89320" y="822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Manually Modified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14300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4320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Day 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1143000"/>
            <a:ext cx="1005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4400" y="11430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Backend Setup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74520" y="114300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20240" y="11430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</a:rPr>
              <a:t>db.js, User.js, Standup.js, Blocker.js, authMiddleware.js, authController.js, authRoutes.js, index.js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9320" y="1143000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35040" y="1143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MongoDB connection string (SRV → Standard)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828800"/>
            <a:ext cx="64008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18288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Day 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68680" y="1828800"/>
            <a:ext cx="100584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4400" y="1828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APIs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74520" y="1828800"/>
            <a:ext cx="411480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920240" y="18288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</a:rPr>
              <a:t>standupController.js, blockerController.js, dashboardController.js, all route files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1828800"/>
            <a:ext cx="30175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3504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Tested all APIs manually in Postman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51460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4320" y="25146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Day 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68680" y="2514600"/>
            <a:ext cx="1005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14400" y="2514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React Setup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74520" y="251460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920240" y="25146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</a:rPr>
              <a:t>api.js, AuthContext.jsx, Login.jsx, App.jsx, main.jsx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89320" y="2514600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03504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Fixed App.jsx syntax error, tested token flow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200400"/>
            <a:ext cx="64008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4320" y="32004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Day 4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68680" y="3200400"/>
            <a:ext cx="100584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14400" y="3200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UI Pages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74520" y="3200400"/>
            <a:ext cx="411480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920240" y="32004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</a:rPr>
              <a:t>Navbar, Dashboard, StandupForm, MyHistory, BlockerBoard, TeamStandups, MyBlockers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89320" y="3200400"/>
            <a:ext cx="30175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035040" y="3200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Tested all pages with different user roles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388620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74320" y="3886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Day 5-6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68680" y="3886200"/>
            <a:ext cx="1005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14400" y="3886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Docs &amp; Testing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74520" y="388620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920240" y="3886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</a:rPr>
              <a:t>README.md structure, Postman collection guidance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89320" y="3886200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03504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All content edited and personalized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41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🗄️  Database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MongoDB Atlas with 3 collections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4114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92040" y="941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⚡  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3075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12 REST APIs with JWT &amp; role based auth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4114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1305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🎨  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7 React pages with Tailwind CSS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057400"/>
            <a:ext cx="4114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21305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🔐  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4963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JWT tokens, bcrypt hashing, protected routes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114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319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📦  Repository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850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6 commits with proper commit messages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246120"/>
            <a:ext cx="4114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92040" y="3319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📄  Docs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6850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README + Postman collection + AI usage log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4434840"/>
            <a:ext cx="6400800" cy="347472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371600" y="4434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WorkPulse — A complete full-stack application built in 6 days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1730</Words>
  <Application>Microsoft Office PowerPoint</Application>
  <PresentationFormat>On-screen Show (16:9)</PresentationFormat>
  <Paragraphs>392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WorkPulse — Team Standup &amp; Blocker Management System</dc:title>
  <dc:subject>PptxGenJS Presentation</dc:subject>
  <dc:creator>N Kanil Kumar</dc:creator>
  <cp:lastModifiedBy>ANIL KUMAR</cp:lastModifiedBy>
  <cp:revision>33</cp:revision>
  <dcterms:created xsi:type="dcterms:W3CDTF">2026-05-09T07:18:57Z</dcterms:created>
  <dcterms:modified xsi:type="dcterms:W3CDTF">2026-05-09T16:27:02Z</dcterms:modified>
</cp:coreProperties>
</file>